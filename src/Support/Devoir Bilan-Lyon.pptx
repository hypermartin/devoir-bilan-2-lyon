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27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71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90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30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19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24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11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05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208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9792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572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397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34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61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70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1660487-473E-48B2-ADD2-34B4BE48CA49}" type="datetimeFigureOut">
              <a:rPr lang="fr-FR" smtClean="0"/>
              <a:t>13/07/2026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70D3F-6526-43DF-B25B-6A2F6AF827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201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DE8509-9C86-4382-AF0D-8BCFD5E93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Devoir Bilan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8D52D8-E89E-49B5-BB94-944FDA767B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CRÉER LE SITE TROUVE TON ARTISAN</a:t>
            </a:r>
          </a:p>
        </p:txBody>
      </p:sp>
    </p:spTree>
    <p:extLst>
      <p:ext uri="{BB962C8B-B14F-4D97-AF65-F5344CB8AC3E}">
        <p14:creationId xmlns:p14="http://schemas.microsoft.com/office/powerpoint/2010/main" val="2658319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778929-D071-4B7E-8E1A-7A2A2CF4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9D93A-6A07-429C-82C4-E8033A0FF7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F7B35E1-4872-4F18-9600-776AF863F3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57485" y="2205308"/>
            <a:ext cx="5769987" cy="3906295"/>
          </a:xfrm>
        </p:spPr>
      </p:pic>
    </p:spTree>
    <p:extLst>
      <p:ext uri="{BB962C8B-B14F-4D97-AF65-F5344CB8AC3E}">
        <p14:creationId xmlns:p14="http://schemas.microsoft.com/office/powerpoint/2010/main" val="416696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B4E83-AB23-4E9B-B27F-883E2161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5" y="452718"/>
            <a:ext cx="10204174" cy="1400530"/>
          </a:xfrm>
        </p:spPr>
        <p:txBody>
          <a:bodyPr/>
          <a:lstStyle/>
          <a:p>
            <a:pPr algn="ctr"/>
            <a:r>
              <a:rPr lang="fr-FR" u="sng" dirty="0"/>
              <a:t>Présentation de </a:t>
            </a:r>
            <a:r>
              <a:rPr lang="fr-FR" u="sng" dirty="0" err="1"/>
              <a:t>React</a:t>
            </a:r>
            <a:r>
              <a:rPr lang="fr-FR" u="sng" dirty="0"/>
              <a:t> et justification du choix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F14C82-9141-49FF-A388-E2C5B5F4F6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6" name="Picture 2" descr="React: Composant fonctionnel ou classe ? | by Guillaume David | Medium">
            <a:extLst>
              <a:ext uri="{FF2B5EF4-FFF2-40B4-BE49-F238E27FC236}">
                <a16:creationId xmlns:a16="http://schemas.microsoft.com/office/drawing/2014/main" id="{B2005079-9323-47A3-89F3-116C90513C0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52" y="2425808"/>
            <a:ext cx="4713477" cy="257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685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8AD1B-74C8-4254-ABF8-9A775A6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E24062-3478-4F22-A488-1677DA6DFB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5176BBA-694E-43CB-9498-6DE692A3D4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349320"/>
            <a:ext cx="5700969" cy="3455132"/>
          </a:xfrm>
        </p:spPr>
      </p:pic>
    </p:spTree>
    <p:extLst>
      <p:ext uri="{BB962C8B-B14F-4D97-AF65-F5344CB8AC3E}">
        <p14:creationId xmlns:p14="http://schemas.microsoft.com/office/powerpoint/2010/main" val="76629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FCD24C-8803-48D3-BA72-D2AEC682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 err="1"/>
              <a:t>Figma</a:t>
            </a:r>
            <a:endParaRPr lang="fr-FR" u="sng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417088A-BF67-40CA-9F6F-96C15B41F4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6111" y="3146199"/>
            <a:ext cx="4395787" cy="2020029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86F664-D9C8-41C9-B469-D602A55B88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97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4FC03-BE96-44CF-967D-D56B7DC10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876" y="422912"/>
            <a:ext cx="4869234" cy="766482"/>
          </a:xfrm>
        </p:spPr>
        <p:txBody>
          <a:bodyPr/>
          <a:lstStyle/>
          <a:p>
            <a:pPr algn="ctr"/>
            <a:r>
              <a:rPr lang="fr-FR" u="sng" dirty="0"/>
              <a:t>Validation W3C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B1A109-3E41-4F9D-9EF0-0102F48226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C1D337F9-83F6-4156-9403-C54CC2AECE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7391" y="1325218"/>
            <a:ext cx="11646070" cy="5420140"/>
          </a:xfrm>
        </p:spPr>
      </p:pic>
    </p:spTree>
    <p:extLst>
      <p:ext uri="{BB962C8B-B14F-4D97-AF65-F5344CB8AC3E}">
        <p14:creationId xmlns:p14="http://schemas.microsoft.com/office/powerpoint/2010/main" val="2757216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C06C96-7116-4E1C-BDA9-ED3C83BE6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75E20A5-1CA2-4682-BD20-6B4B679BBB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5536" y="1656522"/>
            <a:ext cx="11731421" cy="4748760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429E7C-6D44-49DE-8AA5-DDF5483549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778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C50BE7-5393-48C2-82AC-CEE7921E3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Le fichier index.html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20F26A-2A86-49B3-9A24-8E148972BE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BE64CD2-1664-47D2-8DEB-15F916047A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2279" y="1311964"/>
            <a:ext cx="9878556" cy="5393635"/>
          </a:xfrm>
        </p:spPr>
      </p:pic>
    </p:spTree>
    <p:extLst>
      <p:ext uri="{BB962C8B-B14F-4D97-AF65-F5344CB8AC3E}">
        <p14:creationId xmlns:p14="http://schemas.microsoft.com/office/powerpoint/2010/main" val="254371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8F607-D7A4-45A8-B7D7-E24BFD83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Le fichier </a:t>
            </a:r>
            <a:r>
              <a:rPr lang="fr-FR" u="sng" dirty="0" err="1"/>
              <a:t>App.jsx</a:t>
            </a:r>
            <a:endParaRPr lang="fr-FR" u="sng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4F4E5D2-0F67-44C2-8401-90B64C90EC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1435" y="2056092"/>
            <a:ext cx="5005080" cy="4530238"/>
          </a:xfrm>
        </p:spPr>
      </p:pic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FCF4C1E-392D-4A9A-BEF9-331AF6A660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95048" y="2056092"/>
            <a:ext cx="6375517" cy="4349190"/>
          </a:xfrm>
        </p:spPr>
      </p:pic>
    </p:spTree>
    <p:extLst>
      <p:ext uri="{BB962C8B-B14F-4D97-AF65-F5344CB8AC3E}">
        <p14:creationId xmlns:p14="http://schemas.microsoft.com/office/powerpoint/2010/main" val="953000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98167D-810D-497B-AD49-5CDD07065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 err="1"/>
              <a:t>MailDev</a:t>
            </a:r>
            <a:endParaRPr lang="fr-FR" u="sng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7D63CF-C645-4404-B8E0-190AB80161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 descr="GitHub - maildev/maildev: :mailbox: SMTP Server + Web Interface for viewing  and testing emails during development. · GitHub">
            <a:extLst>
              <a:ext uri="{FF2B5EF4-FFF2-40B4-BE49-F238E27FC236}">
                <a16:creationId xmlns:a16="http://schemas.microsoft.com/office/drawing/2014/main" id="{6A4F55CF-C482-44E0-AC6E-3A7A93B5CAB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5" y="2060575"/>
            <a:ext cx="4195763" cy="419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73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365FC1-FE00-47C5-A838-C5707F6F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README, build, GitHub et </a:t>
            </a:r>
            <a:r>
              <a:rPr lang="en-US" u="sng" dirty="0" err="1"/>
              <a:t>hébergement</a:t>
            </a:r>
            <a:endParaRPr lang="fr-FR" u="sng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8997BA6-2932-4E67-A172-22CC814699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119" y="2056092"/>
            <a:ext cx="10853811" cy="4609751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008662-EFC2-4B12-8874-2B78D67338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888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7B2476-2C3A-4867-A26A-FA045A84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La page 404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3D1B561-EEA8-402D-A9B3-95001E3DF1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1797" y="1315620"/>
            <a:ext cx="7821737" cy="5363475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2554E-753F-4EA7-A1DA-D35C285657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808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78E78-4609-4D23-8FEB-298CDFBD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9EAB449-2D60-4554-AEE1-59AE2078C3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8207" y="2148715"/>
            <a:ext cx="10357415" cy="4310465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EF9003-DD11-46EC-B695-34141F93DD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776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CF3B7-7E7C-4B20-8710-2EC7BE9A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Conclusion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6C76AFF-FFFB-4102-B6EF-C521F80934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6111" y="2642426"/>
            <a:ext cx="4630763" cy="2378385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6C56C0-90B9-41AE-95C5-002760E442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92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F07B0E-2E96-4CA5-93E2-F0CF0D33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Quelques maquettes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9EED5DE-F646-46D3-B275-1A49354709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41" y="1358209"/>
            <a:ext cx="3554545" cy="5312395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9A96F3-265C-4F24-A626-92F183AB20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56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4CA97D-995B-42C6-AE0D-6164DF70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0529E45D-F20C-48FD-BFFA-86D77E38E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848" y="452718"/>
            <a:ext cx="4135926" cy="6181290"/>
          </a:xfrm>
        </p:spPr>
      </p:pic>
    </p:spTree>
    <p:extLst>
      <p:ext uri="{BB962C8B-B14F-4D97-AF65-F5344CB8AC3E}">
        <p14:creationId xmlns:p14="http://schemas.microsoft.com/office/powerpoint/2010/main" val="1398719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9C58E-C87E-4E07-B3EC-2FDD1806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076AE38-DE44-4818-9A93-99FB36014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905" y="311009"/>
            <a:ext cx="4267199" cy="6377482"/>
          </a:xfrm>
        </p:spPr>
      </p:pic>
    </p:spTree>
    <p:extLst>
      <p:ext uri="{BB962C8B-B14F-4D97-AF65-F5344CB8AC3E}">
        <p14:creationId xmlns:p14="http://schemas.microsoft.com/office/powerpoint/2010/main" val="2035648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5DCC1E-DB59-4C31-91C1-33698052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A399989-260D-4EDF-ADB4-E14F8BECB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343" y="452718"/>
            <a:ext cx="2017535" cy="6253872"/>
          </a:xfrm>
        </p:spPr>
      </p:pic>
    </p:spTree>
    <p:extLst>
      <p:ext uri="{BB962C8B-B14F-4D97-AF65-F5344CB8AC3E}">
        <p14:creationId xmlns:p14="http://schemas.microsoft.com/office/powerpoint/2010/main" val="1738811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894A3-F815-4232-84D7-6EBA03F08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CA44BB6-6D7B-43BA-95AD-B16E0C260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47" y="261551"/>
            <a:ext cx="2128052" cy="6596449"/>
          </a:xfrm>
        </p:spPr>
      </p:pic>
    </p:spTree>
    <p:extLst>
      <p:ext uri="{BB962C8B-B14F-4D97-AF65-F5344CB8AC3E}">
        <p14:creationId xmlns:p14="http://schemas.microsoft.com/office/powerpoint/2010/main" val="2973633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7E3D6-60F0-48C0-8E3B-FC53E0B7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DDD11D3-760D-4C66-B9C3-6636F9CFC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213" y="452717"/>
            <a:ext cx="2059725" cy="6122855"/>
          </a:xfrm>
        </p:spPr>
      </p:pic>
    </p:spTree>
    <p:extLst>
      <p:ext uri="{BB962C8B-B14F-4D97-AF65-F5344CB8AC3E}">
        <p14:creationId xmlns:p14="http://schemas.microsoft.com/office/powerpoint/2010/main" val="138288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</TotalTime>
  <Words>47</Words>
  <Application>Microsoft Office PowerPoint</Application>
  <PresentationFormat>Grand écran</PresentationFormat>
  <Paragraphs>14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</vt:lpstr>
      <vt:lpstr>Devoir Bilan 2</vt:lpstr>
      <vt:lpstr>Introduction</vt:lpstr>
      <vt:lpstr>Présentation de React et justification du choix</vt:lpstr>
      <vt:lpstr>Structure du projet</vt:lpstr>
      <vt:lpstr>Figma</vt:lpstr>
      <vt:lpstr>Validation W3C</vt:lpstr>
      <vt:lpstr>Présentation PowerPoint</vt:lpstr>
      <vt:lpstr>Le fichier index.html</vt:lpstr>
      <vt:lpstr>Le fichier App.jsx</vt:lpstr>
      <vt:lpstr>MailDev</vt:lpstr>
      <vt:lpstr>README, build, GitHub et hébergement</vt:lpstr>
      <vt:lpstr>La page 404</vt:lpstr>
      <vt:lpstr>Présentation PowerPoint</vt:lpstr>
      <vt:lpstr>Conclusion</vt:lpstr>
      <vt:lpstr>Quelques maquettes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Devoir Bilan 2</dc:title>
  <dc:creator>User</dc:creator>
  <cp:lastModifiedBy>User</cp:lastModifiedBy>
  <cp:revision>5</cp:revision>
  <dcterms:created xsi:type="dcterms:W3CDTF">2026-07-13T13:00:30Z</dcterms:created>
  <dcterms:modified xsi:type="dcterms:W3CDTF">2026-07-13T13:41:27Z</dcterms:modified>
</cp:coreProperties>
</file>