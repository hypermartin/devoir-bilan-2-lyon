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8" r:id="rId1"/>
  </p:sldMasterIdLst>
  <p:sldIdLst>
    <p:sldId id="256" r:id="rId2"/>
    <p:sldId id="257" r:id="rId3"/>
    <p:sldId id="258" r:id="rId4"/>
    <p:sldId id="259" r:id="rId5"/>
    <p:sldId id="260" r:id="rId6"/>
    <p:sldId id="270" r:id="rId7"/>
    <p:sldId id="272" r:id="rId8"/>
    <p:sldId id="273" r:id="rId9"/>
    <p:sldId id="274" r:id="rId10"/>
    <p:sldId id="275" r:id="rId11"/>
    <p:sldId id="268" r:id="rId12"/>
    <p:sldId id="263" r:id="rId13"/>
    <p:sldId id="264" r:id="rId14"/>
    <p:sldId id="269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000" autoAdjust="0"/>
    <p:restoredTop sz="94660"/>
  </p:normalViewPr>
  <p:slideViewPr>
    <p:cSldViewPr snapToGrid="0">
      <p:cViewPr varScale="1">
        <p:scale>
          <a:sx n="72" d="100"/>
          <a:sy n="72" d="100"/>
        </p:scale>
        <p:origin x="660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0693" y="1769540"/>
            <a:ext cx="9440034" cy="1828801"/>
          </a:xfr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0693" y="3598339"/>
            <a:ext cx="9440034" cy="1049867"/>
          </a:xfrm>
        </p:spPr>
        <p:txBody>
          <a:bodyPr anchor="t"/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660487-473E-48B2-ADD2-34B4BE48CA49}" type="datetimeFigureOut">
              <a:rPr lang="fr-FR" smtClean="0"/>
              <a:t>18/07/2026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D70D3F-6526-43DF-B25B-6A2F6AF827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71006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660487-473E-48B2-ADD2-34B4BE48CA49}" type="datetimeFigureOut">
              <a:rPr lang="fr-FR" smtClean="0"/>
              <a:t>18/07/2026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D70D3F-6526-43DF-B25B-6A2F6AF827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3156232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1761067"/>
            <a:ext cx="9590550" cy="1828813"/>
          </a:xfrm>
        </p:spPr>
        <p:txBody>
          <a:bodyPr anchor="b"/>
          <a:lstStyle>
            <a:lvl1pPr algn="ctr">
              <a:defRPr sz="40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3589879"/>
            <a:ext cx="9590550" cy="1507054"/>
          </a:xfrm>
        </p:spPr>
        <p:txBody>
          <a:bodyPr anchor="t"/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660487-473E-48B2-ADD2-34B4BE48CA49}" type="datetimeFigureOut">
              <a:rPr lang="fr-FR" smtClean="0"/>
              <a:t>18/07/2026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D70D3F-6526-43DF-B25B-6A2F6AF827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835962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13795" y="1732449"/>
            <a:ext cx="5060497" cy="4058750"/>
          </a:xfrm>
        </p:spPr>
        <p:txBody>
          <a:bodyPr anchor="t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02892" y="1732449"/>
            <a:ext cx="5064665" cy="4058751"/>
          </a:xfrm>
        </p:spPr>
        <p:txBody>
          <a:bodyPr anchor="t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660487-473E-48B2-ADD2-34B4BE48CA49}" type="datetimeFigureOut">
              <a:rPr lang="fr-FR" smtClean="0"/>
              <a:t>18/07/2026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D70D3F-6526-43DF-B25B-6A2F6AF827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651351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 descr="Slate-V2-H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795" y="1734506"/>
            <a:ext cx="5089072" cy="4148769"/>
          </a:xfrm>
          <a:prstGeom prst="rect">
            <a:avLst/>
          </a:prstGeom>
        </p:spPr>
      </p:pic>
      <p:pic>
        <p:nvPicPr>
          <p:cNvPr id="21" name="Picture 20" descr="Slate-V2-H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8485" y="1734506"/>
            <a:ext cx="5089072" cy="414876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05872" y="1835254"/>
            <a:ext cx="4876344" cy="544884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05872" y="2380137"/>
            <a:ext cx="4876344" cy="341106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94967" y="1835254"/>
            <a:ext cx="4895330" cy="544883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94967" y="2380137"/>
            <a:ext cx="4895330" cy="341106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660487-473E-48B2-ADD2-34B4BE48CA49}" type="datetimeFigureOut">
              <a:rPr lang="fr-FR" smtClean="0"/>
              <a:t>18/07/2026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D70D3F-6526-43DF-B25B-6A2F6AF827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825103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660487-473E-48B2-ADD2-34B4BE48CA49}" type="datetimeFigureOut">
              <a:rPr lang="fr-FR" smtClean="0"/>
              <a:t>18/07/2026</a:t>
            </a:fld>
            <a:endParaRPr lang="fr-F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D70D3F-6526-43DF-B25B-6A2F6AF827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502942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660487-473E-48B2-ADD2-34B4BE48CA49}" type="datetimeFigureOut">
              <a:rPr lang="fr-FR" smtClean="0"/>
              <a:t>18/07/2026</a:t>
            </a:fld>
            <a:endParaRPr lang="fr-F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D70D3F-6526-43DF-B25B-6A2F6AF827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975646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3706889" cy="182191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55633" y="609600"/>
            <a:ext cx="6411924" cy="5181600"/>
          </a:xfrm>
        </p:spPr>
        <p:txBody>
          <a:bodyPr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431518"/>
            <a:ext cx="3706889" cy="3359681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660487-473E-48B2-ADD2-34B4BE48CA49}" type="datetimeFigureOut">
              <a:rPr lang="fr-FR" smtClean="0"/>
              <a:t>18/07/2026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D70D3F-6526-43DF-B25B-6A2F6AF827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509474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 descr="Slate-V2-HD-vert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93665" y="609600"/>
            <a:ext cx="3584166" cy="520483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923"/>
            <a:ext cx="5934949" cy="1829338"/>
          </a:xfrm>
        </p:spPr>
        <p:txBody>
          <a:bodyPr anchor="b">
            <a:noAutofit/>
          </a:bodyPr>
          <a:lstStyle>
            <a:lvl1pPr algn="ctr">
              <a:defRPr sz="3200" b="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42551" y="763702"/>
            <a:ext cx="3275751" cy="4912822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439261"/>
            <a:ext cx="5934949" cy="3376134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660487-473E-48B2-ADD2-34B4BE48CA49}" type="datetimeFigureOut">
              <a:rPr lang="fr-FR" smtClean="0"/>
              <a:t>18/07/2026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D70D3F-6526-43DF-B25B-6A2F6AF827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202354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 panoramiqu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Slate-V2-HD-pano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3883" y="547807"/>
            <a:ext cx="10141799" cy="3816806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4565255"/>
            <a:ext cx="10355326" cy="543472"/>
          </a:xfrm>
        </p:spPr>
        <p:txBody>
          <a:bodyPr anchor="b">
            <a:normAutofit/>
          </a:bodyPr>
          <a:lstStyle>
            <a:lvl1pPr algn="ctr">
              <a:defRPr sz="28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69349" y="695009"/>
            <a:ext cx="9845346" cy="3525671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5108728"/>
            <a:ext cx="10353762" cy="682472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660487-473E-48B2-ADD2-34B4BE48CA49}" type="datetimeFigureOut">
              <a:rPr lang="fr-FR" smtClean="0"/>
              <a:t>18/07/2026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D70D3F-6526-43DF-B25B-6A2F6AF827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672856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re et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8437"/>
            <a:ext cx="10353762" cy="353434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295180"/>
            <a:ext cx="10353763" cy="1501826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660487-473E-48B2-ADD2-34B4BE48CA49}" type="datetimeFigureOut">
              <a:rPr lang="fr-FR" smtClean="0"/>
              <a:t>18/07/2026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D70D3F-6526-43DF-B25B-6A2F6AF827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4439920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tion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32749"/>
          </a:xfrm>
        </p:spPr>
        <p:txBody>
          <a:bodyPr anchor="t">
            <a:normAutofit/>
          </a:bodyPr>
          <a:lstStyle>
            <a:lvl1pPr marL="0" indent="0" algn="r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304353"/>
            <a:ext cx="10353763" cy="1489496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660487-473E-48B2-ADD2-34B4BE48CA49}" type="datetimeFigureOut">
              <a:rPr lang="fr-FR" smtClean="0"/>
              <a:t>18/07/2026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D70D3F-6526-43DF-B25B-6A2F6AF82713}" type="slidenum">
              <a:rPr lang="fr-FR" smtClean="0"/>
              <a:t>‹N°›</a:t>
            </a:fld>
            <a:endParaRPr lang="fr-FR"/>
          </a:p>
        </p:txBody>
      </p:sp>
      <p:sp>
        <p:nvSpPr>
          <p:cNvPr id="11" name="TextBox 10"/>
          <p:cNvSpPr txBox="1"/>
          <p:nvPr/>
        </p:nvSpPr>
        <p:spPr>
          <a:xfrm>
            <a:off x="990600" y="88479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4716" y="292825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19446708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rte n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2126942"/>
            <a:ext cx="10353763" cy="25118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84" y="4650556"/>
            <a:ext cx="10352199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660487-473E-48B2-ADD2-34B4BE48CA49}" type="datetimeFigureOut">
              <a:rPr lang="fr-FR" smtClean="0"/>
              <a:t>18/07/2026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D70D3F-6526-43DF-B25B-6A2F6AF827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4972857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 colon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95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95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6711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435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572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66572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660487-473E-48B2-ADD2-34B4BE48CA49}" type="datetimeFigureOut">
              <a:rPr lang="fr-FR" smtClean="0"/>
              <a:t>18/07/2026</a:t>
            </a:fld>
            <a:endParaRPr lang="fr-F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D70D3F-6526-43DF-B25B-6A2F6AF827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6090243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 colonnes d’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7962" y="1818214"/>
            <a:ext cx="3339972" cy="1847851"/>
          </a:xfrm>
          <a:prstGeom prst="rect">
            <a:avLst/>
          </a:prstGeom>
        </p:spPr>
      </p:pic>
      <p:pic>
        <p:nvPicPr>
          <p:cNvPr id="36" name="Picture 35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3800" y="1818214"/>
            <a:ext cx="3339972" cy="1847851"/>
          </a:xfrm>
          <a:prstGeom prst="rect">
            <a:avLst/>
          </a:prstGeom>
        </p:spPr>
      </p:pic>
      <p:pic>
        <p:nvPicPr>
          <p:cNvPr id="37" name="Picture 36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6051" y="1818214"/>
            <a:ext cx="3339972" cy="1847851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94" y="609600"/>
            <a:ext cx="10353763" cy="970450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95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018102" y="1938918"/>
            <a:ext cx="3092368" cy="160295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95" y="4480368"/>
            <a:ext cx="3300984" cy="1310833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88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545743" y="1939094"/>
            <a:ext cx="3092368" cy="160816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435" y="4480367"/>
            <a:ext cx="3300984" cy="1310833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697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75698" y="1934432"/>
            <a:ext cx="3092368" cy="160729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66572" y="4480365"/>
            <a:ext cx="3300984" cy="131083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660487-473E-48B2-ADD2-34B4BE48CA49}" type="datetimeFigureOut">
              <a:rPr lang="fr-FR" smtClean="0"/>
              <a:t>18/07/2026</a:t>
            </a:fld>
            <a:endParaRPr lang="fr-F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D70D3F-6526-43DF-B25B-6A2F6AF827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4399883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660487-473E-48B2-ADD2-34B4BE48CA49}" type="datetimeFigureOut">
              <a:rPr lang="fr-FR" smtClean="0"/>
              <a:t>18/07/2026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D70D3F-6526-43DF-B25B-6A2F6AF827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4974260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983068" y="609599"/>
            <a:ext cx="2284487" cy="5181601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13796" y="609599"/>
            <a:ext cx="7916872" cy="5181601"/>
          </a:xfrm>
        </p:spPr>
        <p:txBody>
          <a:bodyPr vert="eaVert" anchor="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660487-473E-48B2-ADD2-34B4BE48CA49}" type="datetimeFigureOut">
              <a:rPr lang="fr-FR" smtClean="0"/>
              <a:t>18/07/2026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D70D3F-6526-43DF-B25B-6A2F6AF827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687992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95" y="1732449"/>
            <a:ext cx="10353762" cy="4058751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6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61660487-473E-48B2-ADD2-34B4BE48CA49}" type="datetimeFigureOut">
              <a:rPr lang="fr-FR" smtClean="0"/>
              <a:t>18/07/2026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95" y="5883275"/>
            <a:ext cx="667286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2AD70D3F-6526-43DF-B25B-6A2F6AF8271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8603354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  <p:sldLayoutId id="2147483695" r:id="rId17"/>
  </p:sldLayoutIdLst>
  <p:txStyles>
    <p:titleStyle>
      <a:lvl1pPr algn="ctr" defTabSz="457200" rtl="0" eaLnBrk="1" latinLnBrk="0" hangingPunct="1">
        <a:spcBef>
          <a:spcPct val="0"/>
        </a:spcBef>
        <a:buNone/>
        <a:defRPr sz="4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j-lt"/>
          <a:ea typeface="+mj-ea"/>
          <a:cs typeface="Trebuchet M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2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1pPr>
      <a:lvl2pPr marL="72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8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2pPr>
      <a:lvl3pPr marL="102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6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3pPr>
      <a:lvl4pPr marL="138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4pPr>
      <a:lvl5pPr marL="1674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5pPr>
      <a:lvl6pPr marL="20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6pPr>
      <a:lvl7pPr marL="240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7pPr>
      <a:lvl8pPr marL="278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8pPr>
      <a:lvl9pPr marL="310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EDE8509-9C86-4382-AF0D-8BCFD5E9342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FR" dirty="0"/>
              <a:t>Devoir Bilan 2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F08D52D8-E89E-49B5-BB94-944FDA767B8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fr-FR" dirty="0">
                <a:solidFill>
                  <a:schemeClr val="tx1"/>
                </a:solidFill>
              </a:rPr>
              <a:t>CRÉER LE SITE TROUVE TON ARTISAN</a:t>
            </a:r>
          </a:p>
        </p:txBody>
      </p:sp>
    </p:spTree>
    <p:extLst>
      <p:ext uri="{BB962C8B-B14F-4D97-AF65-F5344CB8AC3E}">
        <p14:creationId xmlns:p14="http://schemas.microsoft.com/office/powerpoint/2010/main" val="26583196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2778929-D071-4B7E-8E1A-7A2A2CF4A7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u="sng" dirty="0"/>
              <a:t>Sommaire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B49D93A-6A07-429C-82C4-E8033A0FF78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fr-FR" dirty="0"/>
              <a:t>1) Explication du choix de </a:t>
            </a:r>
            <a:r>
              <a:rPr lang="fr-FR" dirty="0" err="1"/>
              <a:t>React</a:t>
            </a:r>
            <a:r>
              <a:rPr lang="fr-FR" dirty="0"/>
              <a:t>.</a:t>
            </a:r>
          </a:p>
          <a:p>
            <a:r>
              <a:rPr lang="fr-FR" dirty="0"/>
              <a:t>2) Structure du projet.</a:t>
            </a:r>
          </a:p>
          <a:p>
            <a:r>
              <a:rPr lang="fr-FR" dirty="0"/>
              <a:t>3) </a:t>
            </a:r>
            <a:r>
              <a:rPr lang="fr-FR" dirty="0" err="1"/>
              <a:t>Figma</a:t>
            </a:r>
            <a:r>
              <a:rPr lang="fr-FR" dirty="0"/>
              <a:t>.</a:t>
            </a:r>
          </a:p>
          <a:p>
            <a:r>
              <a:rPr lang="fr-FR" dirty="0"/>
              <a:t>4)  Page 404 et hébergement.</a:t>
            </a:r>
          </a:p>
          <a:p>
            <a:r>
              <a:rPr lang="fr-FR" dirty="0"/>
              <a:t>5) </a:t>
            </a:r>
            <a:r>
              <a:rPr lang="fr-FR" dirty="0" err="1"/>
              <a:t>Bootsrap</a:t>
            </a:r>
            <a:r>
              <a:rPr lang="fr-FR" dirty="0"/>
              <a:t> et </a:t>
            </a:r>
            <a:r>
              <a:rPr lang="fr-FR" dirty="0" err="1"/>
              <a:t>App.jsx</a:t>
            </a:r>
            <a:r>
              <a:rPr lang="fr-FR" dirty="0"/>
              <a:t>.</a:t>
            </a:r>
          </a:p>
          <a:p>
            <a:r>
              <a:rPr lang="fr-FR" dirty="0"/>
              <a:t>6)Conclusion.</a:t>
            </a:r>
          </a:p>
          <a:p>
            <a:endParaRPr lang="fr-FR" dirty="0"/>
          </a:p>
        </p:txBody>
      </p:sp>
      <p:pic>
        <p:nvPicPr>
          <p:cNvPr id="6" name="Espace réservé du contenu 5">
            <a:extLst>
              <a:ext uri="{FF2B5EF4-FFF2-40B4-BE49-F238E27FC236}">
                <a16:creationId xmlns:a16="http://schemas.microsoft.com/office/drawing/2014/main" id="{FF7B35E1-4872-4F18-9600-776AF863F396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348541" y="2047074"/>
            <a:ext cx="5065712" cy="3429500"/>
          </a:xfrm>
        </p:spPr>
      </p:pic>
    </p:spTree>
    <p:extLst>
      <p:ext uri="{BB962C8B-B14F-4D97-AF65-F5344CB8AC3E}">
        <p14:creationId xmlns:p14="http://schemas.microsoft.com/office/powerpoint/2010/main" val="41669641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FDB4E83-AB23-4E9B-B27F-883E216102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775" y="452718"/>
            <a:ext cx="10204174" cy="1400530"/>
          </a:xfrm>
        </p:spPr>
        <p:txBody>
          <a:bodyPr/>
          <a:lstStyle/>
          <a:p>
            <a:pPr algn="ctr"/>
            <a:r>
              <a:rPr lang="fr-FR" u="sng" dirty="0"/>
              <a:t>1) Présentation de </a:t>
            </a:r>
            <a:r>
              <a:rPr lang="fr-FR" u="sng" dirty="0" err="1"/>
              <a:t>React</a:t>
            </a:r>
            <a:r>
              <a:rPr lang="fr-FR" u="sng" dirty="0"/>
              <a:t> et justification du choix</a:t>
            </a:r>
          </a:p>
        </p:txBody>
      </p:sp>
      <p:pic>
        <p:nvPicPr>
          <p:cNvPr id="1026" name="Picture 2" descr="React: Composant fonctionnel ou classe ? | by Guillaume David | Medium">
            <a:extLst>
              <a:ext uri="{FF2B5EF4-FFF2-40B4-BE49-F238E27FC236}">
                <a16:creationId xmlns:a16="http://schemas.microsoft.com/office/drawing/2014/main" id="{B2005079-9323-47A3-89F3-116C90513C0B}"/>
              </a:ext>
            </a:extLst>
          </p:cNvPr>
          <p:cNvPicPr>
            <a:picLocks noGrp="1" noChangeAspect="1" noChangeArrowheads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89923" y="2581709"/>
            <a:ext cx="4713477" cy="2578945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76F14C82-9141-49FF-A388-E2C5B5F4F6A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925878" y="4134678"/>
            <a:ext cx="1341679" cy="1656522"/>
          </a:xfrm>
        </p:spPr>
        <p:txBody>
          <a:bodyPr/>
          <a:lstStyle/>
          <a:p>
            <a:pPr marL="36900" indent="0">
              <a:buNone/>
            </a:pP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6706851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BF8AD1B-74C8-4254-ABF8-9A775A6BCC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u="sng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2)Structure du projet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CE24062-3478-4F22-A488-1677DA6DFBE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66264" y="4359965"/>
            <a:ext cx="2353915" cy="1683025"/>
          </a:xfrm>
        </p:spPr>
        <p:txBody>
          <a:bodyPr/>
          <a:lstStyle/>
          <a:p>
            <a:endParaRPr lang="fr-FR" dirty="0"/>
          </a:p>
        </p:txBody>
      </p:sp>
      <p:pic>
        <p:nvPicPr>
          <p:cNvPr id="6" name="Espace réservé du contenu 5">
            <a:extLst>
              <a:ext uri="{FF2B5EF4-FFF2-40B4-BE49-F238E27FC236}">
                <a16:creationId xmlns:a16="http://schemas.microsoft.com/office/drawing/2014/main" id="{E5176BBA-694E-43CB-9498-6DE692A3D435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3538330" y="2057772"/>
            <a:ext cx="5700969" cy="3455132"/>
          </a:xfrm>
        </p:spPr>
      </p:pic>
    </p:spTree>
    <p:extLst>
      <p:ext uri="{BB962C8B-B14F-4D97-AF65-F5344CB8AC3E}">
        <p14:creationId xmlns:p14="http://schemas.microsoft.com/office/powerpoint/2010/main" val="76629256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EFCD24C-8803-48D3-BA72-D2AEC682C1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u="sng" dirty="0"/>
              <a:t>3)</a:t>
            </a:r>
            <a:r>
              <a:rPr lang="fr-FR" u="sng" dirty="0" err="1"/>
              <a:t>Figma</a:t>
            </a:r>
            <a:endParaRPr lang="fr-FR" u="sng" dirty="0"/>
          </a:p>
        </p:txBody>
      </p:sp>
      <p:pic>
        <p:nvPicPr>
          <p:cNvPr id="6" name="Espace réservé du contenu 5">
            <a:extLst>
              <a:ext uri="{FF2B5EF4-FFF2-40B4-BE49-F238E27FC236}">
                <a16:creationId xmlns:a16="http://schemas.microsoft.com/office/drawing/2014/main" id="{8417088A-BF67-40CA-9F6F-96C15B41F484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3786877" y="2245051"/>
            <a:ext cx="4395787" cy="2020029"/>
          </a:xfrm>
        </p:spPr>
      </p:pic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C586F664-D9C8-41C9-B469-D602A55B88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051235" y="4691270"/>
            <a:ext cx="2216322" cy="1099930"/>
          </a:xfrm>
        </p:spPr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43197249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CF07B0E-2E96-4CA5-93E2-F0CF0D33AB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6011" y="187396"/>
            <a:ext cx="10353762" cy="970450"/>
          </a:xfrm>
        </p:spPr>
        <p:txBody>
          <a:bodyPr/>
          <a:lstStyle/>
          <a:p>
            <a:pPr algn="ctr"/>
            <a:r>
              <a:rPr lang="fr-FR" u="sng" dirty="0"/>
              <a:t>Quelques maquettes</a:t>
            </a:r>
          </a:p>
        </p:txBody>
      </p:sp>
      <p:pic>
        <p:nvPicPr>
          <p:cNvPr id="6" name="Espace réservé du contenu 5">
            <a:extLst>
              <a:ext uri="{FF2B5EF4-FFF2-40B4-BE49-F238E27FC236}">
                <a16:creationId xmlns:a16="http://schemas.microsoft.com/office/drawing/2014/main" id="{89EED5DE-F646-46D3-B275-1A4935470966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3628" y="1358209"/>
            <a:ext cx="3554545" cy="5312395"/>
          </a:xfrm>
        </p:spPr>
      </p:pic>
      <p:pic>
        <p:nvPicPr>
          <p:cNvPr id="5" name="Espace réservé du contenu 8">
            <a:extLst>
              <a:ext uri="{FF2B5EF4-FFF2-40B4-BE49-F238E27FC236}">
                <a16:creationId xmlns:a16="http://schemas.microsoft.com/office/drawing/2014/main" id="{FD86B5A0-B493-424E-9B09-B4939A1D5E31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03804" y="1157846"/>
            <a:ext cx="3554545" cy="5312395"/>
          </a:xfrm>
        </p:spPr>
      </p:pic>
    </p:spTree>
    <p:extLst>
      <p:ext uri="{BB962C8B-B14F-4D97-AF65-F5344CB8AC3E}">
        <p14:creationId xmlns:p14="http://schemas.microsoft.com/office/powerpoint/2010/main" val="22925651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769C58E-C87E-4E07-B3EC-2FDD1806F8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pic>
        <p:nvPicPr>
          <p:cNvPr id="5" name="Espace réservé du contenu 4">
            <a:extLst>
              <a:ext uri="{FF2B5EF4-FFF2-40B4-BE49-F238E27FC236}">
                <a16:creationId xmlns:a16="http://schemas.microsoft.com/office/drawing/2014/main" id="{3076AE38-DE44-4818-9A93-99FB3601460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14262" y="955858"/>
            <a:ext cx="3949147" cy="5902142"/>
          </a:xfrm>
        </p:spPr>
      </p:pic>
    </p:spTree>
    <p:extLst>
      <p:ext uri="{BB962C8B-B14F-4D97-AF65-F5344CB8AC3E}">
        <p14:creationId xmlns:p14="http://schemas.microsoft.com/office/powerpoint/2010/main" val="20356482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75DCC1E-DB59-4C31-91C1-3369805229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pic>
        <p:nvPicPr>
          <p:cNvPr id="5" name="Espace réservé du contenu 4">
            <a:extLst>
              <a:ext uri="{FF2B5EF4-FFF2-40B4-BE49-F238E27FC236}">
                <a16:creationId xmlns:a16="http://schemas.microsoft.com/office/drawing/2014/main" id="{4A399989-260D-4EDF-ADB4-E14F8BECB3B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60343" y="452718"/>
            <a:ext cx="2017535" cy="6253872"/>
          </a:xfrm>
        </p:spPr>
      </p:pic>
    </p:spTree>
    <p:extLst>
      <p:ext uri="{BB962C8B-B14F-4D97-AF65-F5344CB8AC3E}">
        <p14:creationId xmlns:p14="http://schemas.microsoft.com/office/powerpoint/2010/main" val="173881179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EC894A3-F815-4232-84D7-6EBA03F08B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pic>
        <p:nvPicPr>
          <p:cNvPr id="5" name="Espace réservé du contenu 4">
            <a:extLst>
              <a:ext uri="{FF2B5EF4-FFF2-40B4-BE49-F238E27FC236}">
                <a16:creationId xmlns:a16="http://schemas.microsoft.com/office/drawing/2014/main" id="{ACA44BB6-6D7B-43BA-95AD-B16E0C2607D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7547" y="261551"/>
            <a:ext cx="2128052" cy="6596449"/>
          </a:xfrm>
        </p:spPr>
      </p:pic>
    </p:spTree>
    <p:extLst>
      <p:ext uri="{BB962C8B-B14F-4D97-AF65-F5344CB8AC3E}">
        <p14:creationId xmlns:p14="http://schemas.microsoft.com/office/powerpoint/2010/main" val="297363398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947E3D6-60F0-48C0-8E3B-FC53E0B7DD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 dirty="0"/>
          </a:p>
        </p:txBody>
      </p:sp>
      <p:pic>
        <p:nvPicPr>
          <p:cNvPr id="5" name="Espace réservé du contenu 4">
            <a:extLst>
              <a:ext uri="{FF2B5EF4-FFF2-40B4-BE49-F238E27FC236}">
                <a16:creationId xmlns:a16="http://schemas.microsoft.com/office/drawing/2014/main" id="{ADDD11D3-760D-4C66-B9C3-6636F9CFCC3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89213" y="452717"/>
            <a:ext cx="2059725" cy="6122855"/>
          </a:xfrm>
        </p:spPr>
      </p:pic>
    </p:spTree>
    <p:extLst>
      <p:ext uri="{BB962C8B-B14F-4D97-AF65-F5344CB8AC3E}">
        <p14:creationId xmlns:p14="http://schemas.microsoft.com/office/powerpoint/2010/main" val="13828841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3F78E78-4609-4D23-8FEB-298CDFBDB8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u="sng" dirty="0">
                <a:effectLst/>
              </a:rPr>
              <a:t>4)Page 404 et hébergement.</a:t>
            </a:r>
          </a:p>
        </p:txBody>
      </p:sp>
      <p:pic>
        <p:nvPicPr>
          <p:cNvPr id="6" name="Espace réservé du contenu 5">
            <a:extLst>
              <a:ext uri="{FF2B5EF4-FFF2-40B4-BE49-F238E27FC236}">
                <a16:creationId xmlns:a16="http://schemas.microsoft.com/office/drawing/2014/main" id="{D9EAB449-2D60-4554-AEE1-59AE2078C317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291547" y="2071467"/>
            <a:ext cx="5059363" cy="3380228"/>
          </a:xfrm>
        </p:spPr>
      </p:pic>
      <p:pic>
        <p:nvPicPr>
          <p:cNvPr id="1026" name="Picture 2" descr="Netlify">
            <a:extLst>
              <a:ext uri="{FF2B5EF4-FFF2-40B4-BE49-F238E27FC236}">
                <a16:creationId xmlns:a16="http://schemas.microsoft.com/office/drawing/2014/main" id="{2AA2B530-F513-401E-99A2-0787C9A1A3D1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93911" y="2217241"/>
            <a:ext cx="5065712" cy="33802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2776280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0C50BE7-5393-48C2-82AC-CEE7921E3F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u="sng" dirty="0"/>
              <a:t>5)Bootstrap et </a:t>
            </a:r>
            <a:r>
              <a:rPr lang="fr-FR" u="sng" dirty="0" err="1"/>
              <a:t>App.jsx</a:t>
            </a:r>
            <a:endParaRPr lang="fr-FR" u="sng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720F26A-2A86-49B3-9A24-8E148972BE3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fr-FR" dirty="0"/>
          </a:p>
        </p:txBody>
      </p:sp>
      <p:pic>
        <p:nvPicPr>
          <p:cNvPr id="6" name="Espace réservé du contenu 5">
            <a:extLst>
              <a:ext uri="{FF2B5EF4-FFF2-40B4-BE49-F238E27FC236}">
                <a16:creationId xmlns:a16="http://schemas.microsoft.com/office/drawing/2014/main" id="{5BE64CD2-1664-47D2-8DEB-15F916047A2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755374" y="1580050"/>
            <a:ext cx="8550182" cy="4668350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254371091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CD8F607-D7A4-45A8-B7D7-E24BFD8386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u="sng" dirty="0"/>
              <a:t>Le fichier </a:t>
            </a:r>
            <a:r>
              <a:rPr lang="fr-FR" u="sng" dirty="0" err="1"/>
              <a:t>App.jsx</a:t>
            </a:r>
            <a:endParaRPr lang="fr-FR" u="sng" dirty="0"/>
          </a:p>
        </p:txBody>
      </p:sp>
      <p:pic>
        <p:nvPicPr>
          <p:cNvPr id="6" name="Espace réservé du contenu 5">
            <a:extLst>
              <a:ext uri="{FF2B5EF4-FFF2-40B4-BE49-F238E27FC236}">
                <a16:creationId xmlns:a16="http://schemas.microsoft.com/office/drawing/2014/main" id="{44F4E5D2-0F67-44C2-8401-90B64C90ECFA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248904" y="1722782"/>
            <a:ext cx="5329402" cy="4823791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8" name="Espace réservé du contenu 7">
            <a:extLst>
              <a:ext uri="{FF2B5EF4-FFF2-40B4-BE49-F238E27FC236}">
                <a16:creationId xmlns:a16="http://schemas.microsoft.com/office/drawing/2014/main" id="{3FCF4C1E-392D-4A9A-BEF9-331AF6A66081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6190334" y="2029587"/>
            <a:ext cx="5752762" cy="3365723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95300055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87CF3B7-7E7C-4B20-8710-2EC7BE9A4F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u="sng" dirty="0"/>
              <a:t>6)Conclusion</a:t>
            </a:r>
          </a:p>
        </p:txBody>
      </p:sp>
      <p:pic>
        <p:nvPicPr>
          <p:cNvPr id="6" name="Espace réservé du contenu 5">
            <a:extLst>
              <a:ext uri="{FF2B5EF4-FFF2-40B4-BE49-F238E27FC236}">
                <a16:creationId xmlns:a16="http://schemas.microsoft.com/office/drawing/2014/main" id="{96C76AFF-FFFB-4102-B6EF-C521F80934C9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3362807" y="2572631"/>
            <a:ext cx="4630763" cy="2378385"/>
          </a:xfrm>
        </p:spPr>
      </p:pic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876C56C0-90B9-41AE-95C5-002760E442C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958470" y="2796209"/>
            <a:ext cx="2309087" cy="2994991"/>
          </a:xfrm>
        </p:spPr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766926682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Ardoise">
  <a:themeElements>
    <a:clrScheme name="Ardoise">
      <a:dk1>
        <a:sysClr val="windowText" lastClr="000000"/>
      </a:dk1>
      <a:lt1>
        <a:sysClr val="window" lastClr="FFFFFF"/>
      </a:lt1>
      <a:dk2>
        <a:srgbClr val="212123"/>
      </a:dk2>
      <a:lt2>
        <a:srgbClr val="DADADA"/>
      </a:lt2>
      <a:accent1>
        <a:srgbClr val="BC451B"/>
      </a:accent1>
      <a:accent2>
        <a:srgbClr val="D3BA68"/>
      </a:accent2>
      <a:accent3>
        <a:srgbClr val="BB8640"/>
      </a:accent3>
      <a:accent4>
        <a:srgbClr val="AD9277"/>
      </a:accent4>
      <a:accent5>
        <a:srgbClr val="A55A43"/>
      </a:accent5>
      <a:accent6>
        <a:srgbClr val="AD9D7B"/>
      </a:accent6>
      <a:hlink>
        <a:srgbClr val="E98052"/>
      </a:hlink>
      <a:folHlink>
        <a:srgbClr val="F4B69B"/>
      </a:folHlink>
    </a:clrScheme>
    <a:fontScheme name="Ardoise">
      <a:maj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Ardoise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0000"/>
                <a:lumMod val="90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63500" dist="25400" dir="5400000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76200" dist="38100" dir="5400000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 prst="hardEdge"/>
          </a:sp3d>
        </a:effectStyle>
      </a:effectStyleLst>
      <a:bgFillStyleLst>
        <a:solidFill>
          <a:schemeClr val="phClr"/>
        </a:solidFill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shade val="80000"/>
                <a:lumMod val="80000"/>
              </a:schemeClr>
              <a:schemeClr val="phClr">
                <a:tint val="98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ate" id="{C3F70B94-7CE9-428E-ADC1-3269CC2C3385}" vid="{3F2DE9A5-64E6-437C-A389-CC4477E817E8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Ardoise</Template>
  <TotalTime>66</TotalTime>
  <Words>88</Words>
  <Application>Microsoft Office PowerPoint</Application>
  <PresentationFormat>Grand écran</PresentationFormat>
  <Paragraphs>17</Paragraphs>
  <Slides>14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14</vt:i4>
      </vt:variant>
    </vt:vector>
  </HeadingPairs>
  <TitlesOfParts>
    <vt:vector size="18" baseType="lpstr">
      <vt:lpstr>Arial</vt:lpstr>
      <vt:lpstr>Calisto MT</vt:lpstr>
      <vt:lpstr>Wingdings 2</vt:lpstr>
      <vt:lpstr>Ardoise</vt:lpstr>
      <vt:lpstr>Devoir Bilan 2</vt:lpstr>
      <vt:lpstr>Sommaire</vt:lpstr>
      <vt:lpstr>1) Présentation de React et justification du choix</vt:lpstr>
      <vt:lpstr>2)Structure du projet</vt:lpstr>
      <vt:lpstr>3)Figma</vt:lpstr>
      <vt:lpstr>Quelques maquettes</vt:lpstr>
      <vt:lpstr>Présentation PowerPoint</vt:lpstr>
      <vt:lpstr>Présentation PowerPoint</vt:lpstr>
      <vt:lpstr>Présentation PowerPoint</vt:lpstr>
      <vt:lpstr>Présentation PowerPoint</vt:lpstr>
      <vt:lpstr>4)Page 404 et hébergement.</vt:lpstr>
      <vt:lpstr>5)Bootstrap et App.jsx</vt:lpstr>
      <vt:lpstr>Le fichier App.jsx</vt:lpstr>
      <vt:lpstr>6)Conclusion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Devoir Bilan 2</dc:title>
  <dc:creator>User</dc:creator>
  <cp:lastModifiedBy>User</cp:lastModifiedBy>
  <cp:revision>9</cp:revision>
  <dcterms:created xsi:type="dcterms:W3CDTF">2026-07-13T13:00:30Z</dcterms:created>
  <dcterms:modified xsi:type="dcterms:W3CDTF">2026-07-18T17:50:02Z</dcterms:modified>
</cp:coreProperties>
</file>