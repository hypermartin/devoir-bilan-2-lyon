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70" r:id="rId7"/>
    <p:sldId id="272" r:id="rId8"/>
    <p:sldId id="273" r:id="rId9"/>
    <p:sldId id="274" r:id="rId10"/>
    <p:sldId id="275" r:id="rId11"/>
    <p:sldId id="268" r:id="rId12"/>
    <p:sldId id="263" r:id="rId13"/>
    <p:sldId id="264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72" d="100"/>
          <a:sy n="72" d="100"/>
        </p:scale>
        <p:origin x="66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60487-473E-48B2-ADD2-34B4BE48CA49}" type="datetimeFigureOut">
              <a:rPr lang="fr-FR" smtClean="0"/>
              <a:t>18/07/2026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70D3F-6526-43DF-B25B-6A2F6AF827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1006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60487-473E-48B2-ADD2-34B4BE48CA49}" type="datetimeFigureOut">
              <a:rPr lang="fr-FR" smtClean="0"/>
              <a:t>18/07/2026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70D3F-6526-43DF-B25B-6A2F6AF827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315623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60487-473E-48B2-ADD2-34B4BE48CA49}" type="datetimeFigureOut">
              <a:rPr lang="fr-FR" smtClean="0"/>
              <a:t>18/07/2026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70D3F-6526-43DF-B25B-6A2F6AF827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835962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60487-473E-48B2-ADD2-34B4BE48CA49}" type="datetimeFigureOut">
              <a:rPr lang="fr-FR" smtClean="0"/>
              <a:t>18/07/2026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70D3F-6526-43DF-B25B-6A2F6AF827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51351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60487-473E-48B2-ADD2-34B4BE48CA49}" type="datetimeFigureOut">
              <a:rPr lang="fr-FR" smtClean="0"/>
              <a:t>18/07/2026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70D3F-6526-43DF-B25B-6A2F6AF827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25103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60487-473E-48B2-ADD2-34B4BE48CA49}" type="datetimeFigureOut">
              <a:rPr lang="fr-FR" smtClean="0"/>
              <a:t>18/07/2026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70D3F-6526-43DF-B25B-6A2F6AF827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02942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60487-473E-48B2-ADD2-34B4BE48CA49}" type="datetimeFigureOut">
              <a:rPr lang="fr-FR" smtClean="0"/>
              <a:t>18/07/2026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70D3F-6526-43DF-B25B-6A2F6AF827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75646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60487-473E-48B2-ADD2-34B4BE48CA49}" type="datetimeFigureOut">
              <a:rPr lang="fr-FR" smtClean="0"/>
              <a:t>18/07/2026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70D3F-6526-43DF-B25B-6A2F6AF827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509474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60487-473E-48B2-ADD2-34B4BE48CA49}" type="datetimeFigureOut">
              <a:rPr lang="fr-FR" smtClean="0"/>
              <a:t>18/07/2026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70D3F-6526-43DF-B25B-6A2F6AF827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02354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panoramiqu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60487-473E-48B2-ADD2-34B4BE48CA49}" type="datetimeFigureOut">
              <a:rPr lang="fr-FR" smtClean="0"/>
              <a:t>18/07/2026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70D3F-6526-43DF-B25B-6A2F6AF827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72856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60487-473E-48B2-ADD2-34B4BE48CA49}" type="datetimeFigureOut">
              <a:rPr lang="fr-FR" smtClean="0"/>
              <a:t>18/07/2026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70D3F-6526-43DF-B25B-6A2F6AF827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443992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60487-473E-48B2-ADD2-34B4BE48CA49}" type="datetimeFigureOut">
              <a:rPr lang="fr-FR" smtClean="0"/>
              <a:t>18/07/2026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70D3F-6526-43DF-B25B-6A2F6AF82713}" type="slidenum">
              <a:rPr lang="fr-FR" smtClean="0"/>
              <a:t>‹N°›</a:t>
            </a:fld>
            <a:endParaRPr lang="fr-FR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1944670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60487-473E-48B2-ADD2-34B4BE48CA49}" type="datetimeFigureOut">
              <a:rPr lang="fr-FR" smtClean="0"/>
              <a:t>18/07/2026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70D3F-6526-43DF-B25B-6A2F6AF827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497285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 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60487-473E-48B2-ADD2-34B4BE48CA49}" type="datetimeFigureOut">
              <a:rPr lang="fr-FR" smtClean="0"/>
              <a:t>18/07/2026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70D3F-6526-43DF-B25B-6A2F6AF827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09024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 colonnes d’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60487-473E-48B2-ADD2-34B4BE48CA49}" type="datetimeFigureOut">
              <a:rPr lang="fr-FR" smtClean="0"/>
              <a:t>18/07/2026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70D3F-6526-43DF-B25B-6A2F6AF827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39988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60487-473E-48B2-ADD2-34B4BE48CA49}" type="datetimeFigureOut">
              <a:rPr lang="fr-FR" smtClean="0"/>
              <a:t>18/07/2026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70D3F-6526-43DF-B25B-6A2F6AF827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497426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60487-473E-48B2-ADD2-34B4BE48CA49}" type="datetimeFigureOut">
              <a:rPr lang="fr-FR" smtClean="0"/>
              <a:t>18/07/2026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70D3F-6526-43DF-B25B-6A2F6AF827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687992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61660487-473E-48B2-ADD2-34B4BE48CA49}" type="datetimeFigureOut">
              <a:rPr lang="fr-FR" smtClean="0"/>
              <a:t>18/07/2026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2AD70D3F-6526-43DF-B25B-6A2F6AF827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8603354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EDE8509-9C86-4382-AF0D-8BCFD5E9342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Devoir Bilan 2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08D52D8-E89E-49B5-BB94-944FDA767B8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>
                <a:solidFill>
                  <a:schemeClr val="tx1"/>
                </a:solidFill>
              </a:rPr>
              <a:t>CRÉER LE SITE TROUVE TON ARTISAN</a:t>
            </a:r>
          </a:p>
        </p:txBody>
      </p:sp>
    </p:spTree>
    <p:extLst>
      <p:ext uri="{BB962C8B-B14F-4D97-AF65-F5344CB8AC3E}">
        <p14:creationId xmlns:p14="http://schemas.microsoft.com/office/powerpoint/2010/main" val="26583196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778929-D071-4B7E-8E1A-7A2A2CF4A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u="sng" dirty="0"/>
              <a:t>Sommaire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B49D93A-6A07-429C-82C4-E8033A0FF78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fr-FR" dirty="0"/>
              <a:t>1) Explication du choix de </a:t>
            </a:r>
            <a:r>
              <a:rPr lang="fr-FR" dirty="0" err="1"/>
              <a:t>React</a:t>
            </a:r>
            <a:r>
              <a:rPr lang="fr-FR" dirty="0"/>
              <a:t>.</a:t>
            </a:r>
          </a:p>
          <a:p>
            <a:r>
              <a:rPr lang="fr-FR" dirty="0"/>
              <a:t>2) Structure du projet.</a:t>
            </a:r>
          </a:p>
          <a:p>
            <a:r>
              <a:rPr lang="fr-FR" dirty="0"/>
              <a:t>3) </a:t>
            </a:r>
            <a:r>
              <a:rPr lang="fr-FR" dirty="0" err="1"/>
              <a:t>Figma</a:t>
            </a:r>
            <a:r>
              <a:rPr lang="fr-FR" dirty="0"/>
              <a:t>.</a:t>
            </a:r>
          </a:p>
          <a:p>
            <a:r>
              <a:rPr lang="fr-FR" dirty="0"/>
              <a:t>4)  Page 404 et hébergement.</a:t>
            </a:r>
          </a:p>
          <a:p>
            <a:r>
              <a:rPr lang="fr-FR" dirty="0"/>
              <a:t>5) </a:t>
            </a:r>
            <a:r>
              <a:rPr lang="fr-FR" dirty="0" err="1"/>
              <a:t>Bootsrap</a:t>
            </a:r>
            <a:r>
              <a:rPr lang="fr-FR" dirty="0"/>
              <a:t> et </a:t>
            </a:r>
            <a:r>
              <a:rPr lang="fr-FR" dirty="0" err="1"/>
              <a:t>App.jsx</a:t>
            </a:r>
            <a:r>
              <a:rPr lang="fr-FR" dirty="0"/>
              <a:t>.</a:t>
            </a:r>
          </a:p>
          <a:p>
            <a:r>
              <a:rPr lang="fr-FR" dirty="0"/>
              <a:t>6)Conclusion.</a:t>
            </a:r>
          </a:p>
          <a:p>
            <a:endParaRPr lang="fr-FR" dirty="0"/>
          </a:p>
        </p:txBody>
      </p:sp>
      <p:pic>
        <p:nvPicPr>
          <p:cNvPr id="6" name="Espace réservé du contenu 5">
            <a:extLst>
              <a:ext uri="{FF2B5EF4-FFF2-40B4-BE49-F238E27FC236}">
                <a16:creationId xmlns:a16="http://schemas.microsoft.com/office/drawing/2014/main" id="{FF7B35E1-4872-4F18-9600-776AF863F39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348541" y="2047074"/>
            <a:ext cx="5065712" cy="3429500"/>
          </a:xfrm>
        </p:spPr>
      </p:pic>
    </p:spTree>
    <p:extLst>
      <p:ext uri="{BB962C8B-B14F-4D97-AF65-F5344CB8AC3E}">
        <p14:creationId xmlns:p14="http://schemas.microsoft.com/office/powerpoint/2010/main" val="41669641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FDB4E83-AB23-4E9B-B27F-883E216102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775" y="452718"/>
            <a:ext cx="10204174" cy="1400530"/>
          </a:xfrm>
        </p:spPr>
        <p:txBody>
          <a:bodyPr/>
          <a:lstStyle/>
          <a:p>
            <a:pPr algn="ctr"/>
            <a:r>
              <a:rPr lang="fr-FR" u="sng" dirty="0"/>
              <a:t>1) Présentation de </a:t>
            </a:r>
            <a:r>
              <a:rPr lang="fr-FR" u="sng" dirty="0" err="1"/>
              <a:t>React</a:t>
            </a:r>
            <a:r>
              <a:rPr lang="fr-FR" u="sng" dirty="0"/>
              <a:t> et justification du choix</a:t>
            </a:r>
          </a:p>
        </p:txBody>
      </p:sp>
      <p:pic>
        <p:nvPicPr>
          <p:cNvPr id="1026" name="Picture 2" descr="React: Composant fonctionnel ou classe ? | by Guillaume David | Medium">
            <a:extLst>
              <a:ext uri="{FF2B5EF4-FFF2-40B4-BE49-F238E27FC236}">
                <a16:creationId xmlns:a16="http://schemas.microsoft.com/office/drawing/2014/main" id="{B2005079-9323-47A3-89F3-116C90513C0B}"/>
              </a:ext>
            </a:extLst>
          </p:cNvPr>
          <p:cNvPicPr>
            <a:picLocks noGrp="1" noChangeAspect="1" noChangeArrowheads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9923" y="2581709"/>
            <a:ext cx="4713477" cy="257894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6F14C82-9141-49FF-A388-E2C5B5F4F6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925878" y="4134678"/>
            <a:ext cx="1341679" cy="1656522"/>
          </a:xfrm>
        </p:spPr>
        <p:txBody>
          <a:bodyPr/>
          <a:lstStyle/>
          <a:p>
            <a:pPr marL="36900" indent="0">
              <a:buNone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6706851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BF8AD1B-74C8-4254-ABF8-9A775A6BC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2)Structure du projet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CE24062-3478-4F22-A488-1677DA6DFB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6264" y="4359965"/>
            <a:ext cx="2353915" cy="1683025"/>
          </a:xfrm>
        </p:spPr>
        <p:txBody>
          <a:bodyPr/>
          <a:lstStyle/>
          <a:p>
            <a:endParaRPr lang="fr-FR" dirty="0"/>
          </a:p>
        </p:txBody>
      </p:sp>
      <p:pic>
        <p:nvPicPr>
          <p:cNvPr id="6" name="Espace réservé du contenu 5">
            <a:extLst>
              <a:ext uri="{FF2B5EF4-FFF2-40B4-BE49-F238E27FC236}">
                <a16:creationId xmlns:a16="http://schemas.microsoft.com/office/drawing/2014/main" id="{E5176BBA-694E-43CB-9498-6DE692A3D43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3538330" y="2057772"/>
            <a:ext cx="5700969" cy="3455132"/>
          </a:xfrm>
        </p:spPr>
      </p:pic>
    </p:spTree>
    <p:extLst>
      <p:ext uri="{BB962C8B-B14F-4D97-AF65-F5344CB8AC3E}">
        <p14:creationId xmlns:p14="http://schemas.microsoft.com/office/powerpoint/2010/main" val="7662925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EFCD24C-8803-48D3-BA72-D2AEC682C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u="sng" dirty="0"/>
              <a:t>3)</a:t>
            </a:r>
            <a:r>
              <a:rPr lang="fr-FR" u="sng" dirty="0" err="1"/>
              <a:t>Figma</a:t>
            </a:r>
            <a:endParaRPr lang="fr-FR" u="sng" dirty="0"/>
          </a:p>
        </p:txBody>
      </p:sp>
      <p:pic>
        <p:nvPicPr>
          <p:cNvPr id="6" name="Espace réservé du contenu 5">
            <a:extLst>
              <a:ext uri="{FF2B5EF4-FFF2-40B4-BE49-F238E27FC236}">
                <a16:creationId xmlns:a16="http://schemas.microsoft.com/office/drawing/2014/main" id="{8417088A-BF67-40CA-9F6F-96C15B41F484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3786877" y="2245051"/>
            <a:ext cx="4395787" cy="2020029"/>
          </a:xfrm>
        </p:spPr>
      </p:pic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586F664-D9C8-41C9-B469-D602A55B88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051235" y="4691270"/>
            <a:ext cx="2216322" cy="1099930"/>
          </a:xfrm>
        </p:spPr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319724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CF07B0E-2E96-4CA5-93E2-F0CF0D33AB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6011" y="187396"/>
            <a:ext cx="10353762" cy="970450"/>
          </a:xfrm>
        </p:spPr>
        <p:txBody>
          <a:bodyPr/>
          <a:lstStyle/>
          <a:p>
            <a:pPr algn="ctr"/>
            <a:r>
              <a:rPr lang="fr-FR" u="sng" dirty="0"/>
              <a:t>Quelques maquettes</a:t>
            </a:r>
          </a:p>
        </p:txBody>
      </p:sp>
      <p:pic>
        <p:nvPicPr>
          <p:cNvPr id="6" name="Espace réservé du contenu 5">
            <a:extLst>
              <a:ext uri="{FF2B5EF4-FFF2-40B4-BE49-F238E27FC236}">
                <a16:creationId xmlns:a16="http://schemas.microsoft.com/office/drawing/2014/main" id="{89EED5DE-F646-46D3-B275-1A4935470966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628" y="1358209"/>
            <a:ext cx="3554545" cy="5312395"/>
          </a:xfrm>
        </p:spPr>
      </p:pic>
      <p:pic>
        <p:nvPicPr>
          <p:cNvPr id="5" name="Espace réservé du contenu 8">
            <a:extLst>
              <a:ext uri="{FF2B5EF4-FFF2-40B4-BE49-F238E27FC236}">
                <a16:creationId xmlns:a16="http://schemas.microsoft.com/office/drawing/2014/main" id="{FD86B5A0-B493-424E-9B09-B4939A1D5E3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3804" y="1157846"/>
            <a:ext cx="3554545" cy="5312395"/>
          </a:xfrm>
        </p:spPr>
      </p:pic>
    </p:spTree>
    <p:extLst>
      <p:ext uri="{BB962C8B-B14F-4D97-AF65-F5344CB8AC3E}">
        <p14:creationId xmlns:p14="http://schemas.microsoft.com/office/powerpoint/2010/main" val="22925651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769C58E-C87E-4E07-B3EC-2FDD1806F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3076AE38-DE44-4818-9A93-99FB3601460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4262" y="955858"/>
            <a:ext cx="3949147" cy="5902142"/>
          </a:xfrm>
        </p:spPr>
      </p:pic>
    </p:spTree>
    <p:extLst>
      <p:ext uri="{BB962C8B-B14F-4D97-AF65-F5344CB8AC3E}">
        <p14:creationId xmlns:p14="http://schemas.microsoft.com/office/powerpoint/2010/main" val="20356482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5DCC1E-DB59-4C31-91C1-336980522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4A399989-260D-4EDF-ADB4-E14F8BECB3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0343" y="452718"/>
            <a:ext cx="2017535" cy="6253872"/>
          </a:xfrm>
        </p:spPr>
      </p:pic>
    </p:spTree>
    <p:extLst>
      <p:ext uri="{BB962C8B-B14F-4D97-AF65-F5344CB8AC3E}">
        <p14:creationId xmlns:p14="http://schemas.microsoft.com/office/powerpoint/2010/main" val="17388117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EC894A3-F815-4232-84D7-6EBA03F08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ACA44BB6-6D7B-43BA-95AD-B16E0C2607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7547" y="261551"/>
            <a:ext cx="2128052" cy="6596449"/>
          </a:xfrm>
        </p:spPr>
      </p:pic>
    </p:spTree>
    <p:extLst>
      <p:ext uri="{BB962C8B-B14F-4D97-AF65-F5344CB8AC3E}">
        <p14:creationId xmlns:p14="http://schemas.microsoft.com/office/powerpoint/2010/main" val="29736339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47E3D6-60F0-48C0-8E3B-FC53E0B7D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ADDD11D3-760D-4C66-B9C3-6636F9CFCC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9213" y="452717"/>
            <a:ext cx="2059725" cy="6122855"/>
          </a:xfrm>
        </p:spPr>
      </p:pic>
    </p:spTree>
    <p:extLst>
      <p:ext uri="{BB962C8B-B14F-4D97-AF65-F5344CB8AC3E}">
        <p14:creationId xmlns:p14="http://schemas.microsoft.com/office/powerpoint/2010/main" val="1382884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F78E78-4609-4D23-8FEB-298CDFBDB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u="sng" dirty="0">
                <a:effectLst/>
              </a:rPr>
              <a:t>4)Page 404 et hébergement.</a:t>
            </a:r>
          </a:p>
        </p:txBody>
      </p:sp>
      <p:pic>
        <p:nvPicPr>
          <p:cNvPr id="6" name="Espace réservé du contenu 5">
            <a:extLst>
              <a:ext uri="{FF2B5EF4-FFF2-40B4-BE49-F238E27FC236}">
                <a16:creationId xmlns:a16="http://schemas.microsoft.com/office/drawing/2014/main" id="{D9EAB449-2D60-4554-AEE1-59AE2078C31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291547" y="2071467"/>
            <a:ext cx="5059363" cy="3380228"/>
          </a:xfrm>
        </p:spPr>
      </p:pic>
      <p:pic>
        <p:nvPicPr>
          <p:cNvPr id="1026" name="Picture 2" descr="Netlify">
            <a:extLst>
              <a:ext uri="{FF2B5EF4-FFF2-40B4-BE49-F238E27FC236}">
                <a16:creationId xmlns:a16="http://schemas.microsoft.com/office/drawing/2014/main" id="{2AA2B530-F513-401E-99A2-0787C9A1A3D1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93911" y="2217241"/>
            <a:ext cx="5065712" cy="33802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77628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0C50BE7-5393-48C2-82AC-CEE7921E3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u="sng" dirty="0"/>
              <a:t>5)Bootstrap et </a:t>
            </a:r>
            <a:r>
              <a:rPr lang="fr-FR" u="sng" dirty="0" err="1"/>
              <a:t>App.jsx</a:t>
            </a:r>
            <a:endParaRPr lang="fr-FR" u="sng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720F26A-2A86-49B3-9A24-8E148972BE3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fr-FR" dirty="0"/>
          </a:p>
        </p:txBody>
      </p:sp>
      <p:pic>
        <p:nvPicPr>
          <p:cNvPr id="6" name="Espace réservé du contenu 5">
            <a:extLst>
              <a:ext uri="{FF2B5EF4-FFF2-40B4-BE49-F238E27FC236}">
                <a16:creationId xmlns:a16="http://schemas.microsoft.com/office/drawing/2014/main" id="{5BE64CD2-1664-47D2-8DEB-15F916047A2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55374" y="1580050"/>
            <a:ext cx="8550182" cy="466835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5437109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D8F607-D7A4-45A8-B7D7-E24BFD838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u="sng" dirty="0"/>
              <a:t>Le fichier </a:t>
            </a:r>
            <a:r>
              <a:rPr lang="fr-FR" u="sng" dirty="0" err="1"/>
              <a:t>App.jsx</a:t>
            </a:r>
            <a:endParaRPr lang="fr-FR" u="sng" dirty="0"/>
          </a:p>
        </p:txBody>
      </p:sp>
      <p:pic>
        <p:nvPicPr>
          <p:cNvPr id="6" name="Espace réservé du contenu 5">
            <a:extLst>
              <a:ext uri="{FF2B5EF4-FFF2-40B4-BE49-F238E27FC236}">
                <a16:creationId xmlns:a16="http://schemas.microsoft.com/office/drawing/2014/main" id="{44F4E5D2-0F67-44C2-8401-90B64C90ECF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248904" y="1722782"/>
            <a:ext cx="5329402" cy="482379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8" name="Espace réservé du contenu 7">
            <a:extLst>
              <a:ext uri="{FF2B5EF4-FFF2-40B4-BE49-F238E27FC236}">
                <a16:creationId xmlns:a16="http://schemas.microsoft.com/office/drawing/2014/main" id="{3FCF4C1E-392D-4A9A-BEF9-331AF6A6608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90334" y="2029587"/>
            <a:ext cx="5752762" cy="336572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9530005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87CF3B7-7E7C-4B20-8710-2EC7BE9A4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u="sng" dirty="0"/>
              <a:t>6)Conclusion</a:t>
            </a:r>
          </a:p>
        </p:txBody>
      </p:sp>
      <p:pic>
        <p:nvPicPr>
          <p:cNvPr id="6" name="Espace réservé du contenu 5">
            <a:extLst>
              <a:ext uri="{FF2B5EF4-FFF2-40B4-BE49-F238E27FC236}">
                <a16:creationId xmlns:a16="http://schemas.microsoft.com/office/drawing/2014/main" id="{96C76AFF-FFFB-4102-B6EF-C521F80934C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3362807" y="2572631"/>
            <a:ext cx="4630763" cy="2378385"/>
          </a:xfrm>
        </p:spPr>
      </p:pic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76C56C0-90B9-41AE-95C5-002760E442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958470" y="2796209"/>
            <a:ext cx="2309087" cy="2994991"/>
          </a:xfrm>
        </p:spPr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6692668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Ardoise">
  <a:themeElements>
    <a:clrScheme name="Ardois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Ardois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rdois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Ardoise</Template>
  <TotalTime>53</TotalTime>
  <Words>88</Words>
  <Application>Microsoft Office PowerPoint</Application>
  <PresentationFormat>Grand écran</PresentationFormat>
  <Paragraphs>17</Paragraphs>
  <Slides>14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18" baseType="lpstr">
      <vt:lpstr>Arial</vt:lpstr>
      <vt:lpstr>Calisto MT</vt:lpstr>
      <vt:lpstr>Wingdings 2</vt:lpstr>
      <vt:lpstr>Ardoise</vt:lpstr>
      <vt:lpstr>Devoir Bilan 2</vt:lpstr>
      <vt:lpstr>Sommaire</vt:lpstr>
      <vt:lpstr>1) Présentation de React et justification du choix</vt:lpstr>
      <vt:lpstr>2)Structure du projet</vt:lpstr>
      <vt:lpstr>3)Figma</vt:lpstr>
      <vt:lpstr>Quelques maquettes</vt:lpstr>
      <vt:lpstr>Présentation PowerPoint</vt:lpstr>
      <vt:lpstr>Présentation PowerPoint</vt:lpstr>
      <vt:lpstr>Présentation PowerPoint</vt:lpstr>
      <vt:lpstr>Présentation PowerPoint</vt:lpstr>
      <vt:lpstr>4)Page 404 et hébergement.</vt:lpstr>
      <vt:lpstr>5)Bootstrap et App.jsx</vt:lpstr>
      <vt:lpstr>Le fichier App.jsx</vt:lpstr>
      <vt:lpstr>6)Conclusion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Devoir Bilan 2</dc:title>
  <dc:creator>User</dc:creator>
  <cp:lastModifiedBy>User</cp:lastModifiedBy>
  <cp:revision>9</cp:revision>
  <dcterms:created xsi:type="dcterms:W3CDTF">2026-07-13T13:00:30Z</dcterms:created>
  <dcterms:modified xsi:type="dcterms:W3CDTF">2026-07-18T17:37:25Z</dcterms:modified>
</cp:coreProperties>
</file>